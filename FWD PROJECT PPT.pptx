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4"/>
  </p:notesMasterIdLst>
  <p:handoutMasterIdLst>
    <p:handoutMasterId r:id="rId15"/>
  </p:handoutMasterIdLst>
  <p:sldIdLst>
    <p:sldId id="314" r:id="rId3"/>
    <p:sldId id="323" r:id="rId4"/>
    <p:sldId id="266" r:id="rId5"/>
    <p:sldId id="341" r:id="rId6"/>
    <p:sldId id="342" r:id="rId7"/>
    <p:sldId id="343" r:id="rId8"/>
    <p:sldId id="344" r:id="rId9"/>
    <p:sldId id="345" r:id="rId10"/>
    <p:sldId id="340" r:id="rId11"/>
    <p:sldId id="347" r:id="rId12"/>
    <p:sldId id="33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82"/>
    <p:restoredTop sz="95833"/>
  </p:normalViewPr>
  <p:slideViewPr>
    <p:cSldViewPr snapToGrid="0" snapToObjects="1">
      <p:cViewPr varScale="1">
        <p:scale>
          <a:sx n="70" d="100"/>
          <a:sy n="70" d="100"/>
        </p:scale>
        <p:origin x="69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nay chowdary" userId="6fd5e9aed9767238" providerId="LiveId" clId="{45B837F7-625E-4F7F-AD74-950566EEE194}"/>
    <pc:docChg chg="modSld">
      <pc:chgData name="pranay chowdary" userId="6fd5e9aed9767238" providerId="LiveId" clId="{45B837F7-625E-4F7F-AD74-950566EEE194}" dt="2026-03-10T07:35:22.547" v="7" actId="20577"/>
      <pc:docMkLst>
        <pc:docMk/>
      </pc:docMkLst>
      <pc:sldChg chg="modSp mod">
        <pc:chgData name="pranay chowdary" userId="6fd5e9aed9767238" providerId="LiveId" clId="{45B837F7-625E-4F7F-AD74-950566EEE194}" dt="2026-03-10T07:35:22.547" v="7" actId="20577"/>
        <pc:sldMkLst>
          <pc:docMk/>
          <pc:sldMk cId="1017016331" sldId="314"/>
        </pc:sldMkLst>
        <pc:spChg chg="mod">
          <ac:chgData name="pranay chowdary" userId="6fd5e9aed9767238" providerId="LiveId" clId="{45B837F7-625E-4F7F-AD74-950566EEE194}" dt="2026-03-10T07:35:22.547" v="7" actId="20577"/>
          <ac:spMkLst>
            <pc:docMk/>
            <pc:sldMk cId="1017016331" sldId="314"/>
            <ac:spMk id="13" creationId="{3F9DE7D0-41AC-90DD-3065-235240261B1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10-03-2026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10-03-2026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10-03-2026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10-03-2026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193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Title: WEATHERNOW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</a:t>
            </a:r>
            <a:r>
              <a:rPr lang="en-US" sz="9600" dirty="0" err="1"/>
              <a:t>k.pranay</a:t>
            </a:r>
            <a:r>
              <a:rPr lang="en-US" sz="9600" dirty="0"/>
              <a:t> </a:t>
            </a:r>
            <a:r>
              <a:rPr lang="en-US" sz="9600" dirty="0" err="1"/>
              <a:t>choudhary</a:t>
            </a:r>
            <a:endParaRPr lang="en-US" sz="9600" dirty="0"/>
          </a:p>
          <a:p>
            <a:pPr marL="0" indent="0" algn="ctr">
              <a:buNone/>
            </a:pPr>
            <a:r>
              <a:rPr lang="en-US" sz="9600" dirty="0"/>
              <a:t>Student ID: 2520030464</a:t>
            </a:r>
            <a:endParaRPr lang="en-US" sz="2400" dirty="0"/>
          </a:p>
          <a:p>
            <a:pPr marL="0" indent="0" algn="ctr">
              <a:buNone/>
            </a:pPr>
            <a:r>
              <a:rPr lang="en-US" sz="11200" dirty="0"/>
              <a:t>Cluster:3</a:t>
            </a:r>
          </a:p>
          <a:p>
            <a:pPr marL="0" indent="0" algn="ctr">
              <a:buNone/>
            </a:pPr>
            <a:r>
              <a:rPr lang="en-US" sz="11200" dirty="0"/>
              <a:t>Section: 11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10-03-2026</a:t>
            </a:fld>
            <a:endParaRPr lang="en-US"/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361" y="5015918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838200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 </a:t>
            </a:r>
            <a:r>
              <a:rPr lang="en-US" sz="8600" dirty="0" err="1">
                <a:solidFill>
                  <a:srgbClr val="00B050"/>
                </a:solidFill>
              </a:rPr>
              <a:t>Tsp.madhuri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Weather Information Website is a web application that provides real-time weather data.</a:t>
            </a:r>
          </a:p>
          <a:p>
            <a:r>
              <a:rPr lang="en-US" dirty="0"/>
              <a:t>Users can search for any city to view its weather details.</a:t>
            </a:r>
          </a:p>
          <a:p>
            <a:r>
              <a:rPr lang="en-US" dirty="0"/>
              <a:t>The system fetches data from a weather API.</a:t>
            </a:r>
          </a:p>
          <a:p>
            <a:r>
              <a:rPr lang="en-US" dirty="0"/>
              <a:t>It displays temperature, humidity, wind speed, and weather conditions.</a:t>
            </a:r>
          </a:p>
          <a:p>
            <a:r>
              <a:rPr lang="en-US" dirty="0"/>
              <a:t>The project is developed using HTML, CSS, and JavaScript.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EAB7D1-070C-40F8-4AAD-F6CEB9755B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157925"/>
            <a:ext cx="11215336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Weather information usually accessed through mobile apps or TV forecasts.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websites are complex and difficult for beginners.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customization and user interaction.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Requires installing applications.</a:t>
            </a:r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9135224-75FA-6942-7E71-50A315519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simple web-based weather application.</a:t>
            </a:r>
          </a:p>
          <a:p>
            <a:r>
              <a:rPr lang="en-US" dirty="0"/>
              <a:t>Users can search any city for weather details.</a:t>
            </a:r>
          </a:p>
          <a:p>
            <a:r>
              <a:rPr lang="en-US" dirty="0"/>
              <a:t>Displays real-time weather information instantly.</a:t>
            </a:r>
          </a:p>
          <a:p>
            <a:r>
              <a:rPr lang="en-US" dirty="0"/>
              <a:t>User-friendly interface with clear layout.</a:t>
            </a:r>
          </a:p>
          <a:p>
            <a:r>
              <a:rPr lang="en-US" dirty="0"/>
              <a:t>No installation required.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379745-BE89-E9BE-0A3E-0F20AC1899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2220431"/>
            <a:ext cx="9660148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enters city name in search box.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Browser sends request using JavaScript.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fetches weather data from server.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Server sends weather information back.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Website displays data on the screen.</a:t>
            </a:r>
          </a:p>
        </p:txBody>
      </p:sp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90F206-B37F-761D-F471-0BF91F889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User Interface Module</a:t>
            </a:r>
          </a:p>
          <a:p>
            <a:r>
              <a:rPr lang="en-US" dirty="0"/>
              <a:t>City Search Module</a:t>
            </a:r>
          </a:p>
          <a:p>
            <a:r>
              <a:rPr lang="en-US" dirty="0"/>
              <a:t>Weather Data Fetching Module</a:t>
            </a:r>
          </a:p>
          <a:p>
            <a:r>
              <a:rPr lang="en-US" dirty="0"/>
              <a:t>Data Processing Module</a:t>
            </a:r>
          </a:p>
          <a:p>
            <a:r>
              <a:rPr lang="en-US" dirty="0"/>
              <a:t>Weather Display Module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F0B429-2086-CD07-40C8-43B4FAAC7F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418761"/>
            <a:ext cx="991894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design a simple weather information system.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fetch real-time weather data using APIs.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a responsive and user-friendly website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improve front-end development skills.</a:t>
            </a:r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9560-5402-A083-5191-CC2F2336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A50108-EF3B-F9BF-CB25-7C4C67A4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FWD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769557B-A6AB-F48D-9A16-51F755A17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0E4ED-DE37-6D8E-7EB1-1F0F05E3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5EEDF-18C5-49AB-9643-7F313705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038D-A939-9973-E752-364BB70E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FF6328-15A5-5492-7DDF-1A17DDADFB90}"/>
              </a:ext>
            </a:extLst>
          </p:cNvPr>
          <p:cNvSpPr txBox="1"/>
          <p:nvPr/>
        </p:nvSpPr>
        <p:spPr>
          <a:xfrm>
            <a:off x="1483744" y="1646238"/>
            <a:ext cx="918713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CO1: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Understand HTML structure.`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CO2: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Design responsive layouts using CSS.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CO3: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JavaScript for dynamic functionality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CO4: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 API integration.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CO5: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 a complete front-end project.</a:t>
            </a:r>
          </a:p>
        </p:txBody>
      </p:sp>
    </p:spTree>
    <p:extLst>
      <p:ext uri="{BB962C8B-B14F-4D97-AF65-F5344CB8AC3E}">
        <p14:creationId xmlns:p14="http://schemas.microsoft.com/office/powerpoint/2010/main" val="1906946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for FWD &amp; DSA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9E8D961D-EEEB-1694-7C36-1C29A22E55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95088" y="1825625"/>
            <a:ext cx="420182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6E9376-CB4B-895B-7B5C-D2F5AAED7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Weather Information Website successfully provides real-time weather data.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project demonstrates the use of HTML, CSS, and JavaScript.</a:t>
            </a:r>
            <a:br>
              <a:rPr lang="en-US" dirty="0"/>
            </a:br>
            <a:endParaRPr lang="en-US" dirty="0"/>
          </a:p>
          <a:p>
            <a:r>
              <a:rPr lang="en-US" dirty="0"/>
              <a:t>API integration helps retrieve live data.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system is simple, fast, and user-friendly.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3713</TotalTime>
  <Words>412</Words>
  <Application>Microsoft Office PowerPoint</Application>
  <PresentationFormat>Widescreen</PresentationFormat>
  <Paragraphs>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Custom Design</vt:lpstr>
      <vt:lpstr>Title: WEATHERNOW</vt:lpstr>
      <vt:lpstr>Abstract</vt:lpstr>
      <vt:lpstr>Existing System </vt:lpstr>
      <vt:lpstr>Proposed System</vt:lpstr>
      <vt:lpstr>System Architecture</vt:lpstr>
      <vt:lpstr>Project Modules</vt:lpstr>
      <vt:lpstr>Objectives</vt:lpstr>
      <vt:lpstr>Co’s Attainments - FWD</vt:lpstr>
      <vt:lpstr>Screenshots for FWD &amp; DSA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pranay chowdary</cp:lastModifiedBy>
  <cp:revision>52</cp:revision>
  <dcterms:created xsi:type="dcterms:W3CDTF">2022-05-20T10:20:31Z</dcterms:created>
  <dcterms:modified xsi:type="dcterms:W3CDTF">2026-03-10T07:35:35Z</dcterms:modified>
</cp:coreProperties>
</file>